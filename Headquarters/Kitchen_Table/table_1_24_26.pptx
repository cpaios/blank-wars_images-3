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E7A90-B99F-16D9-6DE5-A6AB642C7F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CAE9BA-7A74-0BC1-C283-3FCD3DFE3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26BBF-1171-8A20-BBCF-B6420077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23A6A-3F0E-D94A-B4CC-02E41B37F833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4B6BE-7C89-6285-0E9C-F1627DE5E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ED105-2C0C-EAC3-AC2F-E18F84C4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8532-A924-C045-95D8-8A11B6EA4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967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968BD-933E-3BCF-5710-5E6FCAF8C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8D6AA-7343-E773-8E1D-FDA574A122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ED296-5B01-F583-7CC7-228203063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23A6A-3F0E-D94A-B4CC-02E41B37F833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6E7CC-3BA4-38F2-7463-E8D3CF3DC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3D39A-68B0-8ED8-FAD8-532AE1747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8532-A924-C045-95D8-8A11B6EA4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955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97739-4C0C-3318-EE16-69B83C1EC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DE29B-226C-7579-07B0-52ABF2B0B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29198-8683-135F-030A-8E0BCDA57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23A6A-3F0E-D94A-B4CC-02E41B37F833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A5669-797F-7A89-65D1-4F81E36A7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FBC11-6D47-942A-D770-4EED91022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8532-A924-C045-95D8-8A11B6EA4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45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6C9A5-3F31-8A16-0362-178EAC40C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D851B-B2A9-9AFE-110E-730820065C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3D67E7-58C7-71DE-8D61-44237DF49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6E9656-05CB-BABC-5272-F1BC10249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23A6A-3F0E-D94A-B4CC-02E41B37F833}" type="datetimeFigureOut">
              <a:rPr lang="en-US" smtClean="0"/>
              <a:t>1/24/26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B7EC6F-6E58-4349-5830-633E6D8F3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18C31-5415-BA33-D188-F0C501904D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8532-A924-C045-95D8-8A11B6EA4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427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0AC33-229A-D529-66B2-655C5DCE6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F291D-22F2-E273-46F5-B46B7C49E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9CD348-0048-C216-3969-C6ED8BBE59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7135B2-0A64-D75D-667C-5407592574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F321B2-C7C1-D91D-9B6C-A518307EF6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108472-4627-35D7-BE00-3182F77BF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23A6A-3F0E-D94A-B4CC-02E41B37F833}" type="datetimeFigureOut">
              <a:rPr lang="en-US" smtClean="0"/>
              <a:t>1/24/26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304380-9DC2-453D-7623-5EE534DBA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698E8A-6BC3-068F-781A-BE3160A1E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8532-A924-C045-95D8-8A11B6EA4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83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F7293-51BC-2F89-4181-46C786978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AB2026-E510-1733-AF53-4BDA5F7E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23A6A-3F0E-D94A-B4CC-02E41B37F833}" type="datetimeFigureOut">
              <a:rPr lang="en-US" smtClean="0"/>
              <a:t>1/24/26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1DD3FF-826E-B144-D103-AE5A03BE7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2ADF5-364A-C3A3-CCDB-BED0C7EE5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8532-A924-C045-95D8-8A11B6EA4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003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E03BE1-6B6D-A9ED-B5C0-5266A0A30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23A6A-3F0E-D94A-B4CC-02E41B37F833}" type="datetimeFigureOut">
              <a:rPr lang="en-US" smtClean="0"/>
              <a:t>1/24/26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BE204E-FD8B-22D7-6C37-3A3BE69C7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3186F-DA80-59FD-46FA-52026C8F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8532-A924-C045-95D8-8A11B6EA4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35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61BD8-495A-0EA1-24D7-B09DA28ED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F3C96-DACC-325F-1D20-46BF8C41F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9046E2-116B-B9A8-6640-2562DA81D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2B4D04-B5A5-855A-21B2-FF3AB4551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23A6A-3F0E-D94A-B4CC-02E41B37F833}" type="datetimeFigureOut">
              <a:rPr lang="en-US" smtClean="0"/>
              <a:t>1/24/26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2172F5-4EB3-32ED-954D-3355026F6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04A347-9AD6-6143-B694-89A517937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8532-A924-C045-95D8-8A11B6EA4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195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04E49-DB84-0653-67F4-ED61E25B3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CEDD16-CC21-CC1E-E0A2-4C5DE32161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A08093-A4C8-E614-E7FF-F039F3755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A87DA5-E5D9-415C-DFCA-0A88345B0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23A6A-3F0E-D94A-B4CC-02E41B37F833}" type="datetimeFigureOut">
              <a:rPr lang="en-US" smtClean="0"/>
              <a:t>1/24/26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060FF-551E-FA3A-166A-42AD61F21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41758C-FACC-6D85-6007-1884F6AEE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8532-A924-C045-95D8-8A11B6EA4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73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DE373-12A9-A8FC-9044-F117EADAE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6CB3D-2C06-F597-3289-10F595D90F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EDC5F-E9CD-8EC1-D062-7E825BADD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23A6A-3F0E-D94A-B4CC-02E41B37F833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E5980B-2AD8-0402-3FA1-39E3744F6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AE3B4-6053-E8A6-0986-A2DDC822C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8532-A924-C045-95D8-8A11B6EA4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8606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5A0D15-87F9-6ECB-F5C3-2E51D2A00C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13076E-B6E9-0F40-0DEF-CE021B1D22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64C976-A10B-C939-CB04-F9BC961F2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C23A6A-3F0E-D94A-B4CC-02E41B37F833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F88BB2-6A8C-C863-13C6-A5C781F3D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2A3B8F-149A-A6A3-E156-0D7863D47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B8532-A924-C045-95D8-8A11B6EA4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359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4B904E-D689-6581-8059-EFA30CBE0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9C788-97A4-8FD7-6AF9-8B7A008CB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417CB-8A8C-0D0C-DC36-8CAB5A9017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C23A6A-3F0E-D94A-B4CC-02E41B37F833}" type="datetimeFigureOut">
              <a:rPr lang="en-US" smtClean="0"/>
              <a:t>1/24/26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31271A-30F3-0D0D-C572-8883F29907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9EFE0A-8688-EBAB-A9CE-C228F3F86F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AB8532-A924-C045-95D8-8A11B6EA40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155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D965CC4-128C-8701-491E-54BE4478DC5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03408" y="1962149"/>
            <a:ext cx="4097542" cy="3993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5814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Greenstein, Gabriel A.</dc:creator>
  <cp:lastModifiedBy>Greenstein, Gabriel A.</cp:lastModifiedBy>
  <cp:revision>2</cp:revision>
  <dcterms:created xsi:type="dcterms:W3CDTF">2026-01-25T04:44:22Z</dcterms:created>
  <dcterms:modified xsi:type="dcterms:W3CDTF">2026-01-25T04:46:05Z</dcterms:modified>
</cp:coreProperties>
</file>