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CBF1-19B7-9CDC-F8A4-E4D9E5B82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78683-D809-6C6D-0C5F-2ACD9F204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881C2-E76B-BCE2-7861-37F440EA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A2B25-ACED-38F0-7EAF-00520221B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2272A-94FF-368C-5A31-352C886A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06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2A4A-9FC6-0D57-1C29-1DA1C96A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92C7-1DB0-E4AA-6F20-4EE3930B5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83C6C-A39F-BE82-CB0F-7B1119DB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7AA05-586C-F1B5-AF82-5E3CF27A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9A319-F177-6F43-3537-87C0DE4C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9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8D30-A230-3243-1735-5CF47227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F65F0-FB60-9933-B631-AA16823A2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ED737-D298-C615-A888-D41EE75D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C4EC4-217F-CF73-62F6-A097D566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645EF-2339-B717-F3E6-30FAE4D7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5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A85D-7B17-A725-1631-875B84AB5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3B101-9110-48C8-0DAC-A09813681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36D18-4E7E-DAD0-F0FD-025D227BB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FFC78-78CB-8ACF-234A-44AAF3C6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DB33C-5721-E906-527C-056D250A2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10295-BDCB-3DE0-E13E-E0B16C96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2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A09D-C2DD-F798-1AB4-FAAE6BEB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C3A27-0071-5196-7379-1DA1E56A4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16752-89EB-47C2-9DCE-EBE753F22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7CC3D-9EC5-5AC0-154A-05370F77B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A94D8-53A8-42FA-6A38-EC0ECCA25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13DE4-AD7A-3170-9F8E-4BC00845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D4BCA-A683-C140-8B42-CF175E9E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BEC09-105F-01C0-154F-2CBD2D0A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2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4970-4B2C-D4C9-E653-89BC4C423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6AE522-EBAE-AD58-FD87-2DD52164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6AC14-8967-E936-3A77-FD01B47F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04678-4461-A0A9-ED8E-C51F7A4CB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04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51C60-3A63-11C3-237D-E104C5F9A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8616DC-9964-310B-AB72-B1A40434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11759-5306-5DA6-509D-FF5E5D99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3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EAB1-CCB8-AD95-C814-68B7D94AB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C0BD6-A2AF-4233-1443-2E73F300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B747B-78EF-6F26-7A04-84E626814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FAC85-D1C1-A88C-0507-63BD50127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8336B-2EEE-24F2-F0D4-727F503B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AA23E-3E47-9C46-1099-A946EA9E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6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C2D4-2D33-19A6-A4D2-2729F86C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B5DE7-A1DC-5690-8649-90673658D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509D20-4C31-2FC9-90C3-68B759EAA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823FC-C7E3-F262-3F0B-D9D6A58A8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E426C-3931-F5BE-77A8-9E39114BF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5D5CC-F07A-91E9-9808-7BC29E143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15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CBF0-5397-09EF-726C-9F9652153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C6E32-3923-F778-091F-65C2F758F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55AB1-4F9D-638C-739C-BB2972E9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F97C7-DF6B-D3C4-E900-414080B5F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B5A4-AC5B-1210-8469-E718C3EC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3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F4859-F446-80A3-A274-E59564551E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0B2C5-8B2A-93C7-C7CC-0D07197AA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39B77-AED2-2508-D885-F156CFEB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66D3-0E5B-0EDD-43FF-96CE86C0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339BE-B1AE-A16B-046E-0B08B3B6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1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3A0EB-E070-48C6-2B7C-01813FD5B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A0688-75F3-2D4B-9764-29A2E530C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34D02-B201-021E-73BF-CFD3F5F99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390BA-EEB4-9240-8C5A-51C768CB898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5E4C5-B848-8AEC-2C44-A8361C3F9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4F4D3-4534-1A62-5B33-0AD901321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7703AB-9736-D948-AE34-EEBD7E36D3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75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92B01E-4E5A-D39B-A951-72DC8E9D00A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026795" y="1485986"/>
            <a:ext cx="10138409" cy="388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252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020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3</cp:revision>
  <dcterms:created xsi:type="dcterms:W3CDTF">2026-01-24T04:32:20Z</dcterms:created>
  <dcterms:modified xsi:type="dcterms:W3CDTF">2026-01-24T04:41:37Z</dcterms:modified>
</cp:coreProperties>
</file>