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B64A-17C5-A038-9E4D-94FB80004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5AD64-96B5-006A-82A9-86F3512C3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4CDBA-C1F5-96CA-D6CB-A64026CA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11276-C40E-D8D4-2DFE-29408C3C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5BE87-6E0D-6311-9D6A-3BAAB3D9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5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54EC-5902-14D9-359C-014B001D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E1CA-81B4-A2B5-8FD1-BF4192AE6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9CC40-D938-0ED0-96BD-06810E70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D8130-F121-3A72-BE08-D18F3ECD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1E27A-5B06-3DA0-DEF0-97896E218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B7FE-2A18-B6A5-B51F-8E23DB7BD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3B56C-BADA-368A-BE52-B1F650ADE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7D067-0BF5-2855-93B4-3FC13CC6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0A859-4ABF-A93F-CD8D-AA98BD0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A9444-E0BF-0CB3-7D6E-C895C253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1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AB85-367C-9487-9CFF-5C7BB604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FD28-7123-2083-C84D-D4E7DFBF6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FD29B-8D2F-F469-2094-E32163903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18954-6C99-E692-37CC-872A29FE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2441C-B0A7-1003-1EF6-6F8FE75B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F902A-6FD0-E186-39AF-DCD0281D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4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122F-8711-90D0-46F4-94DDE908D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BF0BD-C9D9-4572-CDB9-D2C848B4F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2D11F-A092-AF5F-2DC4-F7B3E3DAB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5D7A3-EFBE-131E-ECA5-6CE0A5E05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6BF73-A837-F25B-7EBB-757DF2BEA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8A3CC-6108-5627-FE9D-F90E4735D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E7AFF-C073-196B-8C05-4364C966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06CD4-2B4A-C30A-CA5F-F38E67FC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1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A826-09C2-A9A8-C8D9-66AAC818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BD790-6E81-6DC3-0ED6-89619DCE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6EDC5-5BB3-5EF5-D5A4-80328083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EABEF-30E5-1063-0064-476BB143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75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FCB70-3BF5-D2E4-212A-FDED56E6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C7689-84AC-C6A8-9559-E9EF3D6D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C5802-65E0-62D3-7FD8-71681AD3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33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3508-8012-1767-9B9C-B8915AD2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1370-F2E4-715B-28EC-109BED743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05A87-CB7F-0593-C94C-6C2C6A3D1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2CA6F-C48E-BC65-F16D-53A69711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4DBEC-44B1-D4FC-62C8-CEB2C948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3856F-7873-396B-88BC-8D394C48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8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4C61-90C0-9903-2F65-F345C13A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EE4E60-2BEC-5305-96A5-2C2EB11F17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BC3CE-0EAB-3CBF-66E8-1F780DD94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A54CD-9CD4-A462-6595-906977C2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31F61-3B6B-EE0D-B0CB-1C1A4D21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252F-F313-8898-5812-5C5C53F0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15A2-0790-7CB1-FB40-CE7EEED3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FE04A-08A0-6A8E-8A73-BC4F88CC3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E8048-E6B9-4D41-9548-C3F68BE9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7923-130A-B708-40DB-C56E0A8A3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36D2F-F764-9B14-F8C2-C7577779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6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974D1-119C-4520-9181-0A681AF59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A4C90-513F-B40B-279C-F5E2E1918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2ED01-279F-6107-E05E-5A2268F9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3C2BE-819E-42DF-F89E-A637DEA8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F00FF-1CF6-7B30-708F-DC082E36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8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4F9E3-5652-3EB6-EE04-5AADD8C5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85199-A561-7066-6448-B58E64703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8DDDD-5328-7A90-1FA2-9A2500E5D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01EB5-0281-794C-B4A4-5B9140CFB73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A4D5D-9624-55AD-956C-C87A6F9AD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BD10A-910A-A8DC-FFCA-E3215FAD3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C7298-48B3-5E42-B689-4BE9585E5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2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E225BD-11B9-E8DB-BDE0-503714FB604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98850" y="1333500"/>
            <a:ext cx="51943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8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1</cp:revision>
  <dcterms:created xsi:type="dcterms:W3CDTF">2026-01-26T04:12:58Z</dcterms:created>
  <dcterms:modified xsi:type="dcterms:W3CDTF">2026-01-26T05:38:43Z</dcterms:modified>
</cp:coreProperties>
</file>