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6B11-5489-A1C8-64A8-866D7210A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37998-554B-6D49-74A4-93731DEFA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8910-E57A-861F-6BDA-07F18F0A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F9C2E-BCFD-E5EF-BA0E-9E3E20EA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B16AD-881E-AA29-E947-E49A754C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6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E90A-FDCD-D9E5-7925-7FA0A139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E4AF-1097-FCCB-0F05-5B920464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90E3D-1F41-4138-56D3-43904776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73CC7-9B11-8D59-C30D-9D0A249CB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B61F2-D825-46B1-830C-999D97F8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6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1052-65C4-99F4-5B63-03B0E774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FDBDC-55A1-3845-2B32-1197838D1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27167-CD62-E483-9138-CC86AD72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EE6B-658A-7804-544D-E32AFDB4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77C26-FDBF-0365-8384-1A399226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9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4059-399E-4960-7E49-0F5592326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34AA-63A2-B178-04B3-F005A274E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734AA-4785-930E-E053-FFFF4F775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D9B9D-866E-B12C-F8FE-6C95061E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2A197-6997-AAFB-46F7-2CB8AEC2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2FF5B-D8F1-D319-E31C-AD602DA6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2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2572-D4C2-8796-8B73-293C811B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C9FA7-B9CE-E0FC-AF17-226D099AD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01FE-2BB8-8B52-0B21-2ECDD4F8D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2DEB1-D167-D497-228E-5D5DFD97F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DC65E-E2B9-E77E-020F-62C12FAC0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FE7184-847F-496E-3D24-D2FEE0AA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CA452-C858-539E-EF8B-17BAD0BD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96870-7EB9-DA8B-B9C9-C3171475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5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9A6D-03E9-D867-0427-426B1398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427BE-BFFC-FC72-F50F-1B24F312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5F9E8-519B-3D8D-4FE5-D22FF7A1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AB814-9AA2-0A21-E2F9-FF398A2A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D4D7A-EEB4-F6CF-8746-84BF51A47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3B9DF-CAAB-2859-D564-79A0D32F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F0B50-7CC9-F735-4D07-CD4F402E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8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8F21-4C6A-E3AF-EEEC-98DDD79B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5E5E-BF9D-F83C-C9ED-64BDB3CE7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2EE7B-F1DA-F55C-0FFB-C012409F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D1D3C-A372-650E-C7AE-F19C253E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84F30-65BA-6379-B2D2-D5B54D2C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6B53C-5ED5-C5FB-0679-6ACA8BD4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4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998C-9317-04D8-9296-E58CB82A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46E2E-F230-6CC8-4F5F-E44D99BBC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0462D-3D7C-70D7-FD24-7E39A7BD6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EE99A-0184-5C28-E716-20E48A0F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17DF4-E933-FBC5-C5B0-66E75E9D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89A11-F05C-F845-5EBC-2D87137D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E37A-EDFC-F023-359B-5CF970DB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19A6B-760D-EB07-A053-EBC34D8AF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908E8-D72E-97CA-03D2-3F7DD31E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95392-34E8-705A-5B19-9DE639269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2B42C-12BC-AF67-1755-0B31DEB1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9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55E14-EC08-C958-C776-7CE314F7D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71070-FAF7-703F-63A4-CC04FCFC1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A7F69-F5F4-567E-F6B1-B861E767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43E71-FCA8-829E-4B09-88E4FA19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651C-F6BC-FFD3-C347-3A0CD4100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8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7E978-2C65-9688-6FC4-8AD80A25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C2073-70B8-23E3-5209-54D0A318A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12913-6C74-6A5D-6EEE-3A5135191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3423F-AA44-1A44-8A36-C4EFD59C76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05827-85C8-E0A9-2D42-E14F4A5C3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FABAD-B592-5AD0-B522-DF9D7FFC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B9EDA-A930-7A41-8335-6331679E7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742EB7-A306-DB58-D542-5393E741A75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7900" y="736600"/>
            <a:ext cx="26162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16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1</cp:revision>
  <dcterms:created xsi:type="dcterms:W3CDTF">2026-01-26T01:07:00Z</dcterms:created>
  <dcterms:modified xsi:type="dcterms:W3CDTF">2026-01-26T05:38:28Z</dcterms:modified>
</cp:coreProperties>
</file>