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6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440"/>
    <p:restoredTop sz="94658"/>
  </p:normalViewPr>
  <p:slideViewPr>
    <p:cSldViewPr snapToGrid="0">
      <p:cViewPr varScale="1">
        <p:scale>
          <a:sx n="55" d="100"/>
          <a:sy n="55" d="100"/>
        </p:scale>
        <p:origin x="200" y="1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10ECB-2D9D-B6F6-448E-315C02100C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F07EBA-D940-0C4C-0A80-EA262C40BF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A4B16-4C0E-5531-4F07-00A1D7E36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1B753-97CE-C44D-922A-354AC604154B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546B9-E25F-339C-7E4E-E4FE8809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923D1-A56A-EAEB-BC24-6B395AA5F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6641-12CC-A34A-B1E6-4D160465A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505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8A96A-7456-23E5-C891-F0A09F5C6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4D062-5B19-3A1E-B3AD-453FB93FC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8306F-E40A-37CE-5593-2BA1F737B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1B753-97CE-C44D-922A-354AC604154B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CC8C4-AC91-881D-FDAD-D71BBE4AE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6CC29-C08D-1DDF-3810-52962BDF7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6641-12CC-A34A-B1E6-4D160465A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546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E70A-9F7F-E05F-D720-78994E97E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23D49-8B84-4729-33E8-2076C9DA3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80B84-9914-389A-D5B0-3FBBACCD9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1B753-97CE-C44D-922A-354AC604154B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7BBB4-43F1-493E-7FF6-63A0E823F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33284-B3B7-18C7-8122-89ACD74B9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6641-12CC-A34A-B1E6-4D160465A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129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B0E86-E456-0A1E-300A-D95D1400F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73458-0E7A-F079-D522-4F671680F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90603E-D44D-D637-9477-D39DEBCFB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43B45F-6DA7-2726-ED95-9B78BD2C5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1B753-97CE-C44D-922A-354AC604154B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5138E-AE72-A696-D2BE-9768F1CA9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B75989-8A1F-0BCB-08DA-2186D4D5C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6641-12CC-A34A-B1E6-4D160465A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12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FF654-A3DC-AA37-15F7-50170311C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6310AF-668D-6D6F-3DE0-0C7530833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0D2543-67C7-3C05-F746-9BFEBC5654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7F4FFE-4114-E370-34EE-9B1338D204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C83C0C-10CA-61C1-B4E0-0C27D19874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1FFEC9-6221-6ABB-6466-39B944E84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1B753-97CE-C44D-922A-354AC604154B}" type="datetimeFigureOut">
              <a:rPr lang="en-US" smtClean="0"/>
              <a:t>1/25/26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346C28-B9A1-7B52-F81F-F7923FC7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BC00FB-C41D-F7E3-56F8-2CBC612C4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6641-12CC-A34A-B1E6-4D160465A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267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5B046-56FB-74ED-0D8A-A27E279B3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E87A4-54C1-BF8E-42D9-702C2E4A1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1B753-97CE-C44D-922A-354AC604154B}" type="datetimeFigureOut">
              <a:rPr lang="en-US" smtClean="0"/>
              <a:t>1/25/26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D203DE-B1A4-5B9C-4BDD-A48CC24F2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E24D52-2786-8B36-CE68-7CA1B0A5D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6641-12CC-A34A-B1E6-4D160465A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219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234025-73C7-D6F1-ECB9-F1E702D46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1B753-97CE-C44D-922A-354AC604154B}" type="datetimeFigureOut">
              <a:rPr lang="en-US" smtClean="0"/>
              <a:t>1/25/26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094F9-4787-302C-5D3C-E856711B7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C7825-6B3C-D735-0B68-5C55EF3AE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6641-12CC-A34A-B1E6-4D160465A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989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2B409-61B0-22D9-161D-05B824A4C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32201-8F06-DFD7-7CD2-8ED35C972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55511-B796-9EA1-A581-52A5B6D62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198A24-6279-C579-56CC-B6FD68DC0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1B753-97CE-C44D-922A-354AC604154B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237B3-8EEF-9CC1-25E2-828D1550C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89472E-B1DF-6796-18BC-3EBBD24EF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6641-12CC-A34A-B1E6-4D160465A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266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03CB9-9E5E-9391-F8D8-CA3B49045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A6A041-86AB-0492-EEBD-A891456648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F683BD-7563-DBFB-703D-545B76E96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7CDEE-F4C7-2823-36F8-E357106A9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1B753-97CE-C44D-922A-354AC604154B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FDC12-0611-2C45-C082-7078A1DC5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5627EE-25AB-8049-3951-E2BD8E7E1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6641-12CC-A34A-B1E6-4D160465A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94F21-3DF1-62A4-6DA4-CBC0237A6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95910B-3E20-D87D-F126-29A38C4C0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8F54E-A2D4-D6CE-D50E-9C0D767C4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1B753-97CE-C44D-922A-354AC604154B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1FA73-54E1-A609-AE70-3E02A7A7D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FC789-3FCB-5284-2429-CA7FA01ED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6641-12CC-A34A-B1E6-4D160465A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35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FA19FC-CAFF-DB97-601E-659C39A2CA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4004A5-501C-2E7F-9A93-9FC80319C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1322B-663B-AD00-00D2-220B1EA1F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1B753-97CE-C44D-922A-354AC604154B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E7407-873B-1D16-217E-26855FB2F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37F0A-5E26-F636-0DEB-8957A537D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6641-12CC-A34A-B1E6-4D160465A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933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194C4B-79BA-650A-F156-BD2A71C46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5FF669-1B1D-E927-8B7D-F766213EB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80683-E3C7-4535-1040-0DE8DBF2E7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F1B753-97CE-C44D-922A-354AC604154B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38B6F-58C3-2B22-DDEC-19EC0979F7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9DF72-CEC4-85A7-2046-052055444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7E6641-12CC-A34A-B1E6-4D160465A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581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D2FA05-08F3-DCF8-0428-E8EF2E0A3BD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0"/>
                </a:srgbClr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41800" y="1739900"/>
            <a:ext cx="3708400" cy="337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9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7308FB-EC84-7CE5-69BD-E46E2184D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350" y="2794000"/>
            <a:ext cx="17653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35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10521-1B66-22BB-7C36-9B859FF1E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CD4EB67-149A-4299-CA4E-EEFCB3381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500" y="2730500"/>
            <a:ext cx="16510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485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E34965-C430-29EE-8A3D-3567E4E35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708" y="2022718"/>
            <a:ext cx="4367212" cy="376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053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E6BC6B-6B8C-BF73-AC0A-C241AA82EF8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0"/>
                </a:srgbClr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68446" y="736921"/>
            <a:ext cx="6550690" cy="3213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633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2F91BC-2B83-CCDF-11B5-A3AF410AA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381" y="1118577"/>
            <a:ext cx="4492700" cy="382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955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DF0635-EB98-69B1-B78B-BF2E60B86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850" y="2781300"/>
            <a:ext cx="13843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628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37CEA1-4B9F-D7FD-C6CA-AB3070704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599" y="2774950"/>
            <a:ext cx="3179591" cy="264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811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39E822-2096-E1FE-A05C-AEC3942C3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0" y="2597150"/>
            <a:ext cx="1714500" cy="166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229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E2AE30-63E4-E396-E894-C02145DC8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988" y="222421"/>
            <a:ext cx="37204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60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F4C5F6-B55E-ABAA-D6E1-05F392D74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250" y="2571750"/>
            <a:ext cx="1587500" cy="1714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99A13D-5D11-35B2-D650-5912E7FACEA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0"/>
                </a:srgbClr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84750" y="711200"/>
            <a:ext cx="2222500" cy="543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674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</TotalTime>
  <Words>0</Words>
  <Application>Microsoft Macintosh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Greenstein, Gabriel A.</dc:creator>
  <cp:lastModifiedBy>Greenstein, Gabriel A.</cp:lastModifiedBy>
  <cp:revision>4</cp:revision>
  <dcterms:created xsi:type="dcterms:W3CDTF">2026-01-25T16:51:08Z</dcterms:created>
  <dcterms:modified xsi:type="dcterms:W3CDTF">2026-01-26T05:38:18Z</dcterms:modified>
</cp:coreProperties>
</file>