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FB52-15EA-165C-6C26-A73591C23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DAF562-751A-0A5A-E5DD-6E93E3729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AC38C-E050-473A-A09E-47C9B9855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D8D1-829D-EA48-87AA-940D1B806810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FE618-8CB3-6A05-2E82-A6AD49F7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996A7-2EAD-0CB8-90B9-E7BB068FA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CD0D-75AD-AF4C-88A6-96D501A5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4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B7FED-2363-BBDF-E50B-287F9F1FF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9915D-DA76-43D3-CA62-D73ECD656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4974D-A2B4-D26F-3257-4F7721AE8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D8D1-829D-EA48-87AA-940D1B806810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23ED5-F76B-4E04-69A1-51E31A986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922E1-C640-5B09-CAF5-E05CF5E85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CD0D-75AD-AF4C-88A6-96D501A5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82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DDF04-C885-0687-0755-5115E603B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4B674-4356-9932-1629-E3EDDC90B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891CE-EFA5-F83E-BE78-51E547782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D8D1-829D-EA48-87AA-940D1B806810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7258F-2F30-F7C7-05B7-4B4D11C0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43D9B-0B23-6B72-B469-A0BF0832A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CD0D-75AD-AF4C-88A6-96D501A5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849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A3B22-79A4-F4E2-C339-A1A67CE9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50FC5-9663-287A-653C-1A0A9D1BE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BC38C-B644-D744-BE53-68AB50C48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4F7DA-3CDE-822B-CEB4-05F1D3963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D8D1-829D-EA48-87AA-940D1B806810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83748-3E42-AC95-CE09-161FBE01C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4C63A-21DA-381A-AADE-DD91DDF82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CD0D-75AD-AF4C-88A6-96D501A5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83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AF275-F392-C17F-3273-1C223CCA6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FF151-97CB-8D76-F115-AD2BE983F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C4234-816E-2983-3237-D12E1737F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151AD5-282C-F912-2A1B-30748A7431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28FDC2-6436-D313-9C9A-5C7293D91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3AEC21-A3D7-654D-0205-CED94ACB1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D8D1-829D-EA48-87AA-940D1B806810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581BA3-9128-04DC-7760-DC54FF52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DC126E-0482-4294-9B24-8B142055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CD0D-75AD-AF4C-88A6-96D501A5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41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109A7-7075-4F16-E794-33540484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940EC2-3686-61A6-F4D5-8FA70E001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D8D1-829D-EA48-87AA-940D1B806810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AF0E01-CF6E-AA4A-3776-FAFCD4590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075A4-3682-5C5A-D15F-C265789E5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CD0D-75AD-AF4C-88A6-96D501A5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04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87D197-11B0-4AC4-1665-0BCA959A4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D8D1-829D-EA48-87AA-940D1B806810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4E18E8-CDA2-49F0-7A3A-E633875A1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FC95D-48B0-814B-829B-815EFE250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CD0D-75AD-AF4C-88A6-96D501A5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2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96BB3-8646-4B04-5C48-98C530DF4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4F83D-C59E-9832-82F2-EBF7E7CE6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71112-ED4F-DB7E-831B-C8C84A33B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52D5B-C044-A7C7-0AE7-BAA26F791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D8D1-829D-EA48-87AA-940D1B806810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F54B1-49A8-7994-24F0-EBC433908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93379-7638-3F06-66D8-AC0E786C7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CD0D-75AD-AF4C-88A6-96D501A5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85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0432-6B4F-473B-85A5-BE3A7BAA8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BCC791-5663-4BF8-A851-9EC1371BB3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685AF-2334-D010-228D-B502C7D8F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1E928-95E3-F716-DCA9-8B8F75C8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D8D1-829D-EA48-87AA-940D1B806810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E936F4-71BB-999B-5A9E-A9EF3CE27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5298B-6A93-54E2-3A40-65E98F55F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CD0D-75AD-AF4C-88A6-96D501A5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0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63FC-5A07-B95F-6787-24FC497E5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DBE329-F2CE-032A-1744-7F493D945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DCC68-0AE3-8130-E117-1BCB2C4A5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D8D1-829D-EA48-87AA-940D1B806810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D74A9-5B90-3D95-FF6F-8A09F8BEB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1380E-232D-B7A5-78CD-A2E13CA8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CD0D-75AD-AF4C-88A6-96D501A5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24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A32D35-987E-7A0D-FB75-69FA20454C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C5A986-D0F8-15B4-7BA7-112464C3D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BFE10-35EF-2767-7DAE-CF53DDF8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D8D1-829D-EA48-87AA-940D1B806810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7EF34-C17A-ECAD-FF3F-4B428C3D6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E903B-7D2B-68A0-063D-8EC93BB0C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CD0D-75AD-AF4C-88A6-96D501A5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16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E2E944-3DC6-7D64-4D13-E0C40F50E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27781-599A-FA9F-00B7-E6941A909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951D7-D87B-3025-3406-2A40972FFF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E8D8D1-829D-EA48-87AA-940D1B806810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24A19-BF56-67B9-8E15-5511F08B1F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5969C-23C5-6401-397E-F393BB2E3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5CD0D-75AD-AF4C-88A6-96D501A58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63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7710CA-054C-D923-DB6F-DE1219CBF52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63431" y="1794122"/>
            <a:ext cx="2939164" cy="275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968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Greenstein, Gabriel A.</dc:creator>
  <cp:lastModifiedBy>Greenstein, Gabriel A.</cp:lastModifiedBy>
  <cp:revision>2</cp:revision>
  <dcterms:created xsi:type="dcterms:W3CDTF">2026-01-25T17:17:28Z</dcterms:created>
  <dcterms:modified xsi:type="dcterms:W3CDTF">2026-01-26T01:07:07Z</dcterms:modified>
</cp:coreProperties>
</file>