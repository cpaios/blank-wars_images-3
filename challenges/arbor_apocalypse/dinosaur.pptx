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52A4-6E56-5A5F-C3CD-2DBCBF740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9A3E93-9A43-DBCE-93A0-36578FBAC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65401-84AE-ECF6-D28A-B826576A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23C66-37FF-75BF-2861-9AB196AFA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A35A-9D3A-4914-98F1-9C7A9BA7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245E7-C974-75F2-719D-00200B99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57E54-F03F-51BF-74B6-47EAF3178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256E7-2E29-33D6-E96F-8177CFCEE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74C7-1AD1-725D-8080-EE2BF85FD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FDE02-33BF-D299-4CED-6C993265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3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C0DD-09DF-8138-3FCB-6491AD973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1F749-3B0B-C7DF-20F9-4D1E71796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F5478-AB04-4FB7-C7FB-7249BE261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E2DDE-10F2-3F8A-797A-0AC3387D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F664B-DF41-2ED3-E3EA-DBC842136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69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4E4-4CB7-8ADE-5992-F101D54A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8B989-6C21-4024-374D-03250DAF8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67EA7-84CF-48DB-9814-36B1D0F6D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D2988-262B-7673-1F48-A0B17A34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1942B-A056-3B35-4759-E02C9FEB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690C2-D865-F3E0-8FC9-5C03BB7B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2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081E-A96A-6C28-E48B-461A1150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CD8B0-5908-605F-5F31-9CB167611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20A36-9AAC-08B0-EF79-DBA008B64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268F3B-E49D-999C-9262-B158B5AEA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ABDF6C-20F7-D07D-88DA-11E03A694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3EB940-8B81-3862-8C13-D9318463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CC518-7CF5-92E1-7FC0-676C6904D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8F4A4-D952-9A4C-FAFB-1097DCFF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1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DAC-38FF-82DD-D36F-2AC843A9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AF1E1-D1DC-4EC8-05A9-801EF3D2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C70C6-8B5E-1101-1CD8-F142C8DFA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F9233-83E5-9702-68DC-5A26280B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7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A23BFB-5F91-285F-ABDC-31B2E58F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432CD-9D4C-F86B-4B20-535ECD6AA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2D6A7-2B58-1720-7FDC-9484EE28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75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C71A-1A75-4DFF-9DCA-391F9975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5305-1D0A-BC25-1E95-709BB8292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4E959-F112-EECF-24DB-D8DEC245F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AD812-A809-ABFB-E2BB-620BB2BF7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030F9-8774-232C-D2EA-0B410076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DF471-AFB6-0222-520B-C4BDE9BC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9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4A2F-294C-6459-1DE9-028916330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A4645B-9A40-BA71-3179-01257045D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C323A-4307-82A9-CA26-099B77816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89955-F62D-E3C4-0318-966F2829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1ADEB-1FF1-9216-2C9E-A5C9A016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28C59-9A7E-7A6E-AF26-601FCE73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21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A4EC-F1BC-C894-DE26-32DF64AB6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E43D2-D812-57F2-2B84-843239DC0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46315-EB4C-E751-E0F0-BE3531219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9FF80-6250-A437-2A39-6E6FB14D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C78CC-BF6D-D5F5-FAEA-A404A75C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6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A85573-C62B-D5F4-1757-3B4FCFB88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1AC3D-F9E5-E8B3-57BA-1130D8B33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C4DED-9A5D-F0DF-F953-440A2EFFC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A2B3E-A6D1-2FB3-F01C-534E720B7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B5E85-C8DF-7796-DA4F-2087F475D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6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292230-FF98-8BF4-4231-F5CF44BA5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DD03D-CC3E-B3D4-F799-96C41C940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AE461-BA32-7F85-B7B6-299C5B885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FF9A6-ECA0-1346-B5CB-F170E131541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81CCF-3F19-1301-C9FF-28332728D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BA0A4-798A-F0AD-632F-4044CCC6B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04F8A-8163-794B-A1FE-397887F3B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4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C849EA3-20C5-5DDB-CCD1-F20823E5D76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14419" y="1285103"/>
            <a:ext cx="9823416" cy="498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53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Greenstein, Gabriel A.</dc:creator>
  <cp:lastModifiedBy>Greenstein, Gabriel A.</cp:lastModifiedBy>
  <cp:revision>1</cp:revision>
  <dcterms:created xsi:type="dcterms:W3CDTF">2026-01-25T22:41:12Z</dcterms:created>
  <dcterms:modified xsi:type="dcterms:W3CDTF">2026-01-26T05:38:10Z</dcterms:modified>
</cp:coreProperties>
</file>